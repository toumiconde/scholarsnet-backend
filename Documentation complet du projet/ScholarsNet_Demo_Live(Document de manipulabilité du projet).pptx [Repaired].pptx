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13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A3D9"/>
                </a:solidFill>
              </a:rPr>
              <a:t>PLAN DE DÉMONSTRATION LIVE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ScholarsNet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A3D9"/>
                </a:solidFill>
              </a:rPr>
              <a:t>Réseau Social Académique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82296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651760"/>
            <a:ext cx="1097280" cy="1097280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Prérequis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3218688"/>
            <a:ext cx="777240" cy="0"/>
          </a:xfrm>
          <a:prstGeom prst="line">
            <a:avLst/>
          </a:prstGeom>
          <a:noFill/>
          <a:ln w="12700">
            <a:solidFill>
              <a:srgbClr val="8090A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697480" y="2651760"/>
            <a:ext cx="1097280" cy="1097280"/>
          </a:xfrm>
          <a:prstGeom prst="ellipse">
            <a:avLst/>
          </a:prstGeom>
          <a:solidFill>
            <a:srgbClr val="70AD47">
              <a:alpha val="80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6517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32461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Scénario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3218688"/>
            <a:ext cx="777240" cy="0"/>
          </a:xfrm>
          <a:prstGeom prst="line">
            <a:avLst/>
          </a:prstGeom>
          <a:noFill/>
          <a:ln w="12700">
            <a:solidFill>
              <a:srgbClr val="8090A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663440" y="2651760"/>
            <a:ext cx="1097280" cy="1097280"/>
          </a:xfrm>
          <a:prstGeom prst="ellipse">
            <a:avLst/>
          </a:prstGeom>
          <a:solidFill>
            <a:srgbClr val="ED7D31">
              <a:alpha val="80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6517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0" y="32461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Checklist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3218688"/>
            <a:ext cx="777240" cy="0"/>
          </a:xfrm>
          <a:prstGeom prst="line">
            <a:avLst/>
          </a:prstGeom>
          <a:noFill/>
          <a:ln w="12700">
            <a:solidFill>
              <a:srgbClr val="8090A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629400" y="2651760"/>
            <a:ext cx="1097280" cy="1097280"/>
          </a:xfrm>
          <a:prstGeom prst="ellipse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6517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37960" y="32461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Script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0" y="46634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0"/>
                </a:solidFill>
              </a:rPr>
              <a:t>UGANC · Département Informatique · Mai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Plan Démonstration Live · UGANC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① Prérequis — 3 terminaux à lancer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375623">
              <a:alpha val="80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Terminal 1 — MongoDB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8595360" cy="438912"/>
          </a:xfrm>
          <a:prstGeom prst="rect">
            <a:avLst/>
          </a:prstGeom>
          <a:solidFill>
            <a:srgbClr val="1E1E2E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 --dbpath C:\data\db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8595360" cy="384048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385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Terminal 2 — Backend Node.js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322576"/>
            <a:ext cx="8595360" cy="438912"/>
          </a:xfrm>
          <a:prstGeom prst="rect">
            <a:avLst/>
          </a:prstGeom>
          <a:solidFill>
            <a:srgbClr val="1E1E2E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225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scholarsnet-backend  →  npm start  →  Port 3000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871216"/>
            <a:ext cx="8595360" cy="384048"/>
          </a:xfrm>
          <a:prstGeom prst="rect">
            <a:avLst/>
          </a:prstGeom>
          <a:solidFill>
            <a:srgbClr val="ED7D31">
              <a:alpha val="80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7121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Terminal 3 — Frontend React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255264"/>
            <a:ext cx="8595360" cy="438912"/>
          </a:xfrm>
          <a:prstGeom prst="rect">
            <a:avLst/>
          </a:prstGeom>
          <a:solidFill>
            <a:srgbClr val="1E1E2E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552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  →  npm run dev  →  http://localhost:5173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822192"/>
            <a:ext cx="8595360" cy="640080"/>
          </a:xfrm>
          <a:prstGeom prst="rect">
            <a:avLst/>
          </a:prstGeom>
          <a:solidFill>
            <a:srgbClr val="375623">
              <a:alpha val="15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221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Résultat attendu  →  Serveur lancé sur le port 3000  ·  MongoDB connecté 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Plan Démonstration Live · UGANC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Scénario — Étape 1 : Moteur de Recherche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320040"/>
          </a:xfrm>
          <a:prstGeom prst="rect">
            <a:avLst/>
          </a:prstGeom>
          <a:solidFill>
            <a:srgbClr val="E0E0E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42416"/>
            <a:ext cx="201168" cy="20116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042416"/>
            <a:ext cx="201168" cy="20116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042416"/>
            <a:ext cx="201168" cy="20116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024128"/>
            <a:ext cx="59436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024128"/>
            <a:ext cx="594360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</a:rPr>
              <a:t>http://localhost:5173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307592"/>
            <a:ext cx="859536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508760"/>
            <a:ext cx="64008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508760"/>
            <a:ext cx="630936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🔍  Deep Learning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0" y="1508760"/>
            <a:ext cx="14630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508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Rechercher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084832"/>
            <a:ext cx="8229600" cy="438912"/>
          </a:xfrm>
          <a:prstGeom prst="rect">
            <a:avLst/>
          </a:prstGeom>
          <a:solidFill>
            <a:srgbClr val="1A3C6E">
              <a:alpha val="2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084832"/>
            <a:ext cx="731520" cy="438912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8483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A3D9"/>
                </a:solidFill>
              </a:rPr>
              <a:t>PUB1042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21214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Deep Learning for Medical Imaging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234086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</a:rPr>
              <a:t>2024  ·  article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98080" y="2157984"/>
            <a:ext cx="10058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21579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Voir profil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587752"/>
            <a:ext cx="8229600" cy="438912"/>
          </a:xfrm>
          <a:prstGeom prst="rect">
            <a:avLst/>
          </a:prstGeom>
          <a:solidFill>
            <a:srgbClr val="1A3C6E">
              <a:alpha val="2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587752"/>
            <a:ext cx="731520" cy="438912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8775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A3D9"/>
                </a:solidFill>
              </a:rPr>
              <a:t>PUB0876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80160" y="26243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Deep Learning pour la reconnaissance vocale en peul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80160" y="28437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</a:rPr>
              <a:t>2023  ·  article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2660904"/>
            <a:ext cx="10058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6609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Voir profil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090672"/>
            <a:ext cx="8229600" cy="438912"/>
          </a:xfrm>
          <a:prstGeom prst="rect">
            <a:avLst/>
          </a:prstGeom>
          <a:solidFill>
            <a:srgbClr val="1A3C6E">
              <a:alpha val="2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090672"/>
            <a:ext cx="731520" cy="438912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09067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A3D9"/>
                </a:solidFill>
              </a:rPr>
              <a:t>PUB0654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0160" y="31272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Survey: Deep Learning en langues africaines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80160" y="33467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</a:rPr>
              <a:t>2022  ·  inproceedings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0" y="3163824"/>
            <a:ext cx="10058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316382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Voir profil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553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D7D31"/>
                </a:solidFill>
              </a:rPr>
              <a:t>← Taper 'Deep Learning'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4553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70AD47"/>
                </a:solidFill>
              </a:rPr>
              <a:t>Pipeline $regex MongoDB →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Plan Démonstration Live · UGANC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Scénario — Étape 2 : Profil Chercheur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3657600"/>
          </a:xfrm>
          <a:prstGeom prst="rect">
            <a:avLst/>
          </a:prstGeom>
          <a:solidFill>
            <a:srgbClr val="0D203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1188720" cy="11887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MC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0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Condé Mamadou Alpha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15727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A3D9"/>
                </a:solidFill>
              </a:rPr>
              <a:t>Professeur  ·  LARI  ·  UGANC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1920240"/>
            <a:ext cx="914400" cy="292608"/>
          </a:xfrm>
          <a:prstGeom prst="rect">
            <a:avLst/>
          </a:prstGeom>
          <a:solidFill>
            <a:srgbClr val="70AD47">
              <a:alpha val="80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9202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ACTIF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377440" cy="4572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097280"/>
            <a:ext cx="2377440" cy="457200"/>
          </a:xfrm>
          <a:prstGeom prst="rect">
            <a:avLst/>
          </a:prstGeom>
          <a:solidFill>
            <a:srgbClr val="70AD47">
              <a:alpha val="20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097280"/>
            <a:ext cx="2377440" cy="457200"/>
          </a:xfrm>
          <a:prstGeom prst="rect">
            <a:avLst/>
          </a:prstGeom>
          <a:solidFill>
            <a:srgbClr val="ED7D31">
              <a:alpha val="20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097280"/>
            <a:ext cx="731520" cy="10972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0972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A3D9"/>
                </a:solidFill>
              </a:rPr>
              <a:t>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A0"/>
                </a:solidFill>
              </a:rPr>
              <a:t>H-index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1097280"/>
            <a:ext cx="822960" cy="1097280"/>
          </a:xfrm>
          <a:prstGeom prst="rect">
            <a:avLst/>
          </a:prstGeom>
          <a:solidFill>
            <a:srgbClr val="70AD47">
              <a:alpha val="20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0972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0AD47"/>
                </a:solidFill>
              </a:rPr>
              <a:t>234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17830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A0"/>
                </a:solidFill>
              </a:rPr>
              <a:t>Citations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55280" y="1097280"/>
            <a:ext cx="822960" cy="1097280"/>
          </a:xfrm>
          <a:prstGeom prst="rect">
            <a:avLst/>
          </a:prstGeom>
          <a:solidFill>
            <a:srgbClr val="ED7D31">
              <a:alpha val="20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10972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D7D31"/>
                </a:solidFill>
              </a:rPr>
              <a:t>47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955280" y="17830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A0"/>
                </a:solidFill>
              </a:rPr>
              <a:t>Pubs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635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3D9"/>
                </a:solidFill>
              </a:rPr>
              <a:t>Actions admin 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743200"/>
            <a:ext cx="2468880" cy="502920"/>
          </a:xfrm>
          <a:prstGeom prst="rect">
            <a:avLst/>
          </a:prstGeom>
          <a:solidFill>
            <a:srgbClr val="C00000">
              <a:alpha val="80000"/>
            </a:srgbClr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⏸ Suspendre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0" y="2743200"/>
            <a:ext cx="2468880" cy="502920"/>
          </a:xfrm>
          <a:prstGeom prst="rect">
            <a:avLst/>
          </a:prstGeom>
          <a:solidFill>
            <a:srgbClr val="70AD47">
              <a:alpha val="80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▶ Réactiver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743200"/>
            <a:ext cx="2468880" cy="502920"/>
          </a:xfrm>
          <a:prstGeom prst="rect">
            <a:avLst/>
          </a:prstGeom>
          <a:solidFill>
            <a:srgbClr val="ED7D31">
              <a:alpha val="80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Reset pwd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364992"/>
            <a:ext cx="8229600" cy="0"/>
          </a:xfrm>
          <a:prstGeom prst="line">
            <a:avLst/>
          </a:prstGeom>
          <a:noFill/>
          <a:ln w="635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DF2"/>
                </a:solidFill>
              </a:rPr>
              <a:t>📚 Publications (liste paginée)  ·  📋 Projets associés  ·  📊 Statistiques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Plan Démonstration Live · UGANC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Scénario — Étape 3 : Réseau Co-auteurs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86200" y="1828800"/>
            <a:ext cx="1371600" cy="13716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5BA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18288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CHR001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737360"/>
            <a:ext cx="0" cy="0"/>
          </a:xfrm>
          <a:prstGeom prst="line">
            <a:avLst/>
          </a:prstGeom>
          <a:noFill/>
          <a:ln w="19050">
            <a:solidFill>
              <a:srgbClr val="8090A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371600" y="1097280"/>
            <a:ext cx="1097280" cy="1097280"/>
          </a:xfrm>
          <a:prstGeom prst="ellipse">
            <a:avLst/>
          </a:prstGeom>
          <a:solidFill>
            <a:srgbClr val="028090">
              <a:alpha val="7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CHR002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V="1">
            <a:off x="5074920" y="1737360"/>
            <a:ext cx="1874520" cy="320040"/>
          </a:xfrm>
          <a:prstGeom prst="line">
            <a:avLst/>
          </a:prstGeom>
          <a:noFill/>
          <a:ln w="19050">
            <a:solidFill>
              <a:srgbClr val="8090A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0" y="1097280"/>
            <a:ext cx="1097280" cy="1097280"/>
          </a:xfrm>
          <a:prstGeom prst="ellipse">
            <a:avLst/>
          </a:prstGeom>
          <a:solidFill>
            <a:srgbClr val="ED7D31">
              <a:alpha val="70000"/>
            </a:srgbClr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CHR003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2139696"/>
            <a:ext cx="0" cy="1335024"/>
          </a:xfrm>
          <a:prstGeom prst="line">
            <a:avLst/>
          </a:prstGeom>
          <a:noFill/>
          <a:ln w="19050">
            <a:solidFill>
              <a:srgbClr val="8090A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97280" y="2926080"/>
            <a:ext cx="1097280" cy="1097280"/>
          </a:xfrm>
          <a:prstGeom prst="ellipse">
            <a:avLst/>
          </a:prstGeom>
          <a:solidFill>
            <a:srgbClr val="70AD47">
              <a:alpha val="70000"/>
            </a:srgbClr>
          </a:solidFill>
          <a:ln w="19050">
            <a:solidFill>
              <a:srgbClr val="70A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926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CHR010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2834640"/>
            <a:ext cx="1874520" cy="640080"/>
          </a:xfrm>
          <a:prstGeom prst="line">
            <a:avLst/>
          </a:prstGeom>
          <a:noFill/>
          <a:ln w="19050">
            <a:solidFill>
              <a:srgbClr val="8090A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583680" y="2926080"/>
            <a:ext cx="1097280" cy="1097280"/>
          </a:xfrm>
          <a:prstGeom prst="ellipse">
            <a:avLst/>
          </a:prstGeom>
          <a:solidFill>
            <a:srgbClr val="028090">
              <a:alpha val="7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926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CHR015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79" y="3200400"/>
            <a:ext cx="1" cy="914400"/>
          </a:xfrm>
          <a:prstGeom prst="line">
            <a:avLst/>
          </a:prstGeom>
          <a:noFill/>
          <a:ln w="19050">
            <a:solidFill>
              <a:srgbClr val="8090A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749039" y="3927021"/>
            <a:ext cx="1097280" cy="1097280"/>
          </a:xfrm>
          <a:prstGeom prst="ellipse">
            <a:avLst/>
          </a:prstGeom>
          <a:solidFill>
            <a:srgbClr val="ED7D31">
              <a:alpha val="70000"/>
            </a:srgbClr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3851094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CHR007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" y="1005840"/>
            <a:ext cx="73152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005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A3D9"/>
                </a:solidFill>
              </a:rPr>
              <a:t>Nœud bleu = chercheur principal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1371600"/>
            <a:ext cx="73152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3716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</a:rPr>
              <a:t>Hover → nom + nb collaborations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7160" y="1737360"/>
            <a:ext cx="73152" cy="3200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737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AD47"/>
                </a:solidFill>
              </a:rPr>
              <a:t>Clic → navigation vers le profil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4462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70AD47"/>
                </a:solidFill>
              </a:rPr>
              <a:t>Pipeline : $unwind + $group (_id composé)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Plan Démonstration Live · UGANC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③ Checklist avant la présentation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0" cy="384048"/>
          </a:xfrm>
          <a:prstGeom prst="rect">
            <a:avLst/>
          </a:prstGeom>
          <a:solidFill>
            <a:srgbClr val="375623">
              <a:alpha val="80000"/>
            </a:srgbClr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5623"/>
                </a:solidFill>
              </a:rPr>
              <a:t>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MongoDB tourne (mongod --dbpath C:\data\db)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35608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35608"/>
            <a:ext cx="502920" cy="384048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356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143560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Backend démarre sans erreur (port 3000 + MongoDB connecté)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865376"/>
            <a:ext cx="8595360" cy="384048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865376"/>
            <a:ext cx="502920" cy="38404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6537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1865376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Frontend accessible à http://localhost:5173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29514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95144"/>
            <a:ext cx="502920" cy="384048"/>
          </a:xfrm>
          <a:prstGeom prst="rect">
            <a:avLst/>
          </a:prstGeom>
          <a:solidFill>
            <a:srgbClr val="375623">
              <a:alpha val="80000"/>
            </a:srgbClr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2951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5623"/>
                </a:solidFill>
              </a:rPr>
              <a:t>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2295144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1 050+ publications et 25 projets en 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24912"/>
            <a:ext cx="8595360" cy="384048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24912"/>
            <a:ext cx="502920" cy="384048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7249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2724912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Connexion admin (admin@uganc.edu) fonctionnelle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15468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154680"/>
            <a:ext cx="502920" cy="384048"/>
          </a:xfrm>
          <a:prstGeom prst="rect">
            <a:avLst/>
          </a:prstGeom>
          <a:solidFill>
            <a:srgbClr val="ED7D31">
              <a:alpha val="80000"/>
            </a:srgbClr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1546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7D31"/>
                </a:solidFill>
              </a:rPr>
              <a:t>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" y="3154680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Recherche 'Deep Learning' retourne des résultats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584448"/>
            <a:ext cx="8595360" cy="384048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584448"/>
            <a:ext cx="502920" cy="38404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5844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8680" y="358444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Profil affiche h-index, citations, boutons suspend/réactiver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014216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014216"/>
            <a:ext cx="502920" cy="384048"/>
          </a:xfrm>
          <a:prstGeom prst="rect">
            <a:avLst/>
          </a:prstGeom>
          <a:solidFill>
            <a:srgbClr val="375623">
              <a:alpha val="80000"/>
            </a:srgbClr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1421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5623"/>
                </a:solidFill>
              </a:rPr>
              <a:t>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680" y="4014216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Graphe co-auteurs s'affiche et navigation entre profils OK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443984"/>
            <a:ext cx="8595360" cy="384048"/>
          </a:xfrm>
          <a:prstGeom prst="rect">
            <a:avLst/>
          </a:prstGeom>
          <a:solidFill>
            <a:srgbClr val="EF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443984"/>
            <a:ext cx="502920" cy="384048"/>
          </a:xfrm>
          <a:prstGeom prst="rect">
            <a:avLst/>
          </a:prstGeom>
          <a:solidFill>
            <a:srgbClr val="2E75B6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44398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☐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8680" y="4443984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Terminal logs ouvert pour montrer les requêtes API en direct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ScholarsNet · Plan Démonstration Live · UGANC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④ Script — Ce que vous dites pendant la démo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0" y="1005840"/>
            <a:ext cx="914400" cy="91440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005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8595360" cy="420624"/>
          </a:xfrm>
          <a:prstGeom prst="rect">
            <a:avLst/>
          </a:prstGeom>
          <a:solidFill>
            <a:srgbClr val="5BA3D9">
              <a:alpha val="8000"/>
            </a:srgbClr>
          </a:solidFill>
          <a:ln w="6350">
            <a:solidFill>
              <a:srgbClr val="5BA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299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1️⃣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029968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"Voici ScholarsNet — la plateforme collaborative de l'UGANC..."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05456"/>
            <a:ext cx="8595360" cy="420624"/>
          </a:xfrm>
          <a:prstGeom prst="rect">
            <a:avLst/>
          </a:prstGeom>
          <a:solidFill>
            <a:srgbClr val="028090">
              <a:alpha val="8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0545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505456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"La recherche utilise l'opérateur $regex de MongoDB, insensible à la casse..."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8595360" cy="420624"/>
          </a:xfrm>
          <a:prstGeom prst="rect">
            <a:avLst/>
          </a:prstGeom>
          <a:solidFill>
            <a:srgbClr val="70AD47">
              <a:alpha val="8000"/>
            </a:srgbClr>
          </a:solidFill>
          <a:ln w="6350">
            <a:solidFill>
              <a:srgbClr val="70AD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8094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980944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"En cliquant sur un auteur, le h-index est calculé automatiquement par pipeline..."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56432"/>
            <a:ext cx="8595360" cy="420624"/>
          </a:xfrm>
          <a:prstGeom prst="rect">
            <a:avLst/>
          </a:prstGeom>
          <a:solidFill>
            <a:srgbClr val="ED7D31">
              <a:alpha val="8000"/>
            </a:srgbClr>
          </a:solidFill>
          <a:ln w="6350">
            <a:solidFill>
              <a:srgbClr val="ED7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5643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45643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"Nous pouvons suspendre, réactiver et réinitialiser les mots de passe..."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8595360" cy="420624"/>
          </a:xfrm>
          <a:prstGeom prst="rect">
            <a:avLst/>
          </a:prstGeom>
          <a:solidFill>
            <a:srgbClr val="5BA3D9">
              <a:alpha val="8000"/>
            </a:srgbClr>
          </a:solidFill>
          <a:ln w="6350">
            <a:solidFill>
              <a:srgbClr val="5BA3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3192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🕸️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93192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"Le réseau de co-auteurs est généré par $unwind + $group — zéro JOIN SQL..."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407408"/>
            <a:ext cx="8595360" cy="420624"/>
          </a:xfrm>
          <a:prstGeom prst="rect">
            <a:avLst/>
          </a:prstGeom>
          <a:solidFill>
            <a:srgbClr val="70AD47">
              <a:alpha val="8000"/>
            </a:srgbClr>
          </a:solidFill>
          <a:ln w="6350">
            <a:solidFill>
              <a:srgbClr val="70A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0740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4407408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"Toutes les données viennent de MongoDB — les KPI se recalculent à la volée."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Le document de </a:t>
            </a:r>
            <a:r>
              <a:rPr lang="en-US" sz="3000" b="1" dirty="0" err="1">
                <a:solidFill>
                  <a:srgbClr val="FFFFFF"/>
                </a:solidFill>
              </a:rPr>
              <a:t>soutenance</a:t>
            </a:r>
            <a:r>
              <a:rPr lang="en-US" sz="3000" b="1">
                <a:solidFill>
                  <a:srgbClr val="FFFFFF"/>
                </a:solidFill>
              </a:rPr>
              <a:t> du G1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54480" cy="1554480"/>
          </a:xfrm>
          <a:prstGeom prst="ellipse">
            <a:avLst/>
          </a:prstGeom>
          <a:solidFill>
            <a:srgbClr val="028090">
              <a:alpha val="8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</a:rPr>
              <a:t>Lancer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</a:rPr>
              <a:t>les 3 terminaux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2176272"/>
            <a:ext cx="1143000" cy="0"/>
          </a:xfrm>
          <a:prstGeom prst="line">
            <a:avLst/>
          </a:prstGeom>
          <a:noFill/>
          <a:ln w="19050">
            <a:solidFill>
              <a:srgbClr val="8090A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0" y="1371600"/>
            <a:ext cx="1554480" cy="1554480"/>
          </a:xfrm>
          <a:prstGeom prst="ellipse">
            <a:avLst/>
          </a:prstGeom>
          <a:solidFill>
            <a:srgbClr val="2E75B6">
              <a:alpha val="80000"/>
            </a:srgbClr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371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194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60320" y="3017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</a:rPr>
              <a:t>Démontrer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</a:rPr>
              <a:t>la recherche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15968" y="2176272"/>
            <a:ext cx="1143000" cy="0"/>
          </a:xfrm>
          <a:prstGeom prst="line">
            <a:avLst/>
          </a:prstGeom>
          <a:noFill/>
          <a:ln w="19050">
            <a:solidFill>
              <a:srgbClr val="8090A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29200" y="1371600"/>
            <a:ext cx="1554480" cy="1554480"/>
          </a:xfrm>
          <a:prstGeom prst="ellipse">
            <a:avLst/>
          </a:prstGeom>
          <a:solidFill>
            <a:srgbClr val="70AD47">
              <a:alpha val="80000"/>
            </a:srgbClr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371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46320" y="3017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</a:rPr>
              <a:t>Montrer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</a:rPr>
              <a:t>le profil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01968" y="2176272"/>
            <a:ext cx="1143000" cy="0"/>
          </a:xfrm>
          <a:prstGeom prst="line">
            <a:avLst/>
          </a:prstGeom>
          <a:noFill/>
          <a:ln w="19050">
            <a:solidFill>
              <a:srgbClr val="8090A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315200" y="1371600"/>
            <a:ext cx="1554480" cy="1554480"/>
          </a:xfrm>
          <a:prstGeom prst="ellipse">
            <a:avLst/>
          </a:prstGeom>
          <a:solidFill>
            <a:srgbClr val="ED7D31">
              <a:alpha val="80000"/>
            </a:srgbClr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371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🕸️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15200" y="2194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3017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</a:rPr>
              <a:t>Visualiser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DF2"/>
                </a:solidFill>
              </a:rPr>
              <a:t>co-auteurs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3749040"/>
            <a:ext cx="7315200" cy="685800"/>
          </a:xfrm>
          <a:prstGeom prst="rect">
            <a:avLst/>
          </a:prstGeom>
          <a:solidFill>
            <a:srgbClr val="375623">
              <a:alpha val="20000"/>
            </a:srgbClr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749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"Toutes les données proviennent de MongoDB — $unwind · $group · $regex · pipelines"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0" y="46634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A0"/>
                </a:solidFill>
              </a:rPr>
              <a:t>UGANC · ScholarsNet · Toumany Billy Condé · Mai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Affichage à l'écran (16:9)</PresentationFormat>
  <Paragraphs>137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ScholarsNet — Plan Démo Live</dc:title>
  <dc:subject>PptxGenJS Presentation</dc:subject>
  <dc:creator>PptxGenJS</dc:creator>
  <cp:lastModifiedBy>Toumany Conde</cp:lastModifiedBy>
  <cp:revision>2</cp:revision>
  <dcterms:created xsi:type="dcterms:W3CDTF">2026-05-22T20:35:20Z</dcterms:created>
  <dcterms:modified xsi:type="dcterms:W3CDTF">2026-05-22T20:40:12Z</dcterms:modified>
</cp:coreProperties>
</file>